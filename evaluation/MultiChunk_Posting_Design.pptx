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Multi-Chunk Posting for TiKV-backed SPTAG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89CF5"/>
                </a:solidFill>
                <a:latin typeface="Calibri"/>
              </a:defRPr>
            </a:pPr>
            <a:r>
              <a:t>Optimizing SPFresh Insert Throughput with Write-Only Append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SPTAG / SPFresh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Problem: Read-Modify-Write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Traditional posting append in TiKV requires:</a:t>
            </a:r>
          </a:p>
          <a:p>
            <a:pPr lvl="1">
              <a:spcAft>
                <a:spcPts val="1080"/>
              </a:spcAft>
              <a:defRPr sz="2000">
                <a:solidFill>
                  <a:srgbClr val="F47174"/>
                </a:solidFill>
                <a:latin typeface="Calibri"/>
              </a:defRPr>
            </a:pPr>
            <a:r>
              <a:t>1. Get(key) → read full posting from TiKV</a:t>
            </a:r>
          </a:p>
          <a:p>
            <a:pPr lvl="1">
              <a:spcAft>
                <a:spcPts val="1080"/>
              </a:spcAft>
              <a:defRPr sz="2000">
                <a:solidFill>
                  <a:srgbClr val="F47174"/>
                </a:solidFill>
                <a:latin typeface="Calibri"/>
              </a:defRPr>
            </a:pPr>
            <a:r>
              <a:t>2. posting += new_vectors   (in-memory concatenation)</a:t>
            </a:r>
          </a:p>
          <a:p>
            <a:pPr lvl="1">
              <a:spcAft>
                <a:spcPts val="1080"/>
              </a:spcAft>
              <a:defRPr sz="2000">
                <a:solidFill>
                  <a:srgbClr val="F47174"/>
                </a:solidFill>
                <a:latin typeface="Calibri"/>
              </a:defRPr>
            </a:pPr>
            <a:r>
              <a:t>3. Put(key, posting) → write full posting back</a:t>
            </a:r>
          </a:p>
          <a:p>
            <a:pPr>
              <a:spcAft>
                <a:spcPts val="1080"/>
              </a:spcAft>
              <a:defRPr sz="2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Problems at scale:</a:t>
            </a:r>
          </a:p>
          <a:p>
            <a:pPr lvl="1">
              <a:spcAft>
                <a:spcPts val="1080"/>
              </a:spcAft>
              <a:defRPr sz="2000">
                <a:solidFill>
                  <a:srgbClr val="E5C07B"/>
                </a:solidFill>
                <a:latin typeface="Calibri"/>
              </a:defRPr>
            </a:pPr>
            <a:r>
              <a:t>Posting sizes grow → Get latency grows linearly</a:t>
            </a:r>
          </a:p>
          <a:p>
            <a:pPr lvl="1">
              <a:spcAft>
                <a:spcPts val="1080"/>
              </a:spcAft>
              <a:defRPr sz="2000">
                <a:solidFill>
                  <a:srgbClr val="E5C07B"/>
                </a:solidFill>
                <a:latin typeface="Calibri"/>
              </a:defRPr>
            </a:pPr>
            <a:r>
              <a:t>Write amplification: rewriting entire posting for small appends</a:t>
            </a:r>
          </a:p>
          <a:p>
            <a:pPr lvl="1">
              <a:spcAft>
                <a:spcPts val="1080"/>
              </a:spcAft>
              <a:defRPr sz="2000">
                <a:solidFill>
                  <a:srgbClr val="E5C07B"/>
                </a:solidFill>
                <a:latin typeface="Calibri"/>
              </a:defRPr>
            </a:pPr>
            <a:r>
              <a:t>TiKV transaction overhead on large values</a:t>
            </a:r>
          </a:p>
          <a:p>
            <a:pPr lvl="1">
              <a:spcAft>
                <a:spcPts val="1080"/>
              </a:spcAft>
              <a:defRPr sz="2000">
                <a:solidFill>
                  <a:srgbClr val="E5C07B"/>
                </a:solidFill>
                <a:latin typeface="Calibri"/>
              </a:defRPr>
            </a:pPr>
            <a:r>
              <a:t>Reassign queue explosion: ~20K jobs queued, only 16 threads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Solution: Two 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200">
                <a:solidFill>
                  <a:srgbClr val="589CF5"/>
                </a:solidFill>
                <a:latin typeface="Calibri"/>
              </a:defRPr>
            </a:pPr>
            <a:r>
              <a:t>Innovation #1: Multi-Chunk Posting</a:t>
            </a:r>
          </a:p>
          <a:p>
            <a:pPr lvl="1"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Split each posting into multiple chunks with timestamp-suffixed keys</a:t>
            </a:r>
          </a:p>
          <a:p>
            <a:pPr lvl="1"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Append → Write-Only: just PutChunk with a new timestamp key (no Get needed)</a:t>
            </a:r>
          </a:p>
          <a:p>
            <a:pPr lvl="1"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Read → ScanPosting: prefix scan to collect all chunks for a head</a:t>
            </a:r>
          </a:p>
          <a:p>
            <a:pPr lvl="1"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Split → DeleteRange + write 2 new base chunks</a:t>
            </a:r>
          </a:p>
          <a:p>
            <a:pPr>
              <a:spcAft>
                <a:spcPts val="1080"/>
              </a:spcAft>
              <a:defRPr sz="2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200">
                <a:solidFill>
                  <a:srgbClr val="589CF5"/>
                </a:solidFill>
                <a:latin typeface="Calibri"/>
              </a:defRPr>
            </a:pPr>
            <a:r>
              <a:t>Innovation #2: Batch Reassign</a:t>
            </a:r>
          </a:p>
          <a:p>
            <a:pPr lvl="1"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Inline RNGSelection + batch Append by target head in CollectReAssign</a:t>
            </a:r>
          </a:p>
          <a:p>
            <a:pPr lvl="1"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Eliminates millions of queued async jobs → zero queue pressure</a:t>
            </a:r>
          </a:p>
          <a:p>
            <a:pPr>
              <a:spcAft>
                <a:spcPts val="1080"/>
              </a:spcAft>
              <a:defRPr sz="2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200">
                <a:solidFill>
                  <a:srgbClr val="BBBBBB"/>
                </a:solidFill>
                <a:latin typeface="Calibri"/>
              </a:defRPr>
            </a:pPr>
            <a:r>
              <a:t>Supporting Optimizations:</a:t>
            </a:r>
          </a:p>
          <a:p>
            <a:pPr lvl="1">
              <a:spcAft>
                <a:spcPts val="1080"/>
              </a:spcAft>
              <a:defRPr sz="2000">
                <a:solidFill>
                  <a:srgbClr val="BBBBBB"/>
                </a:solidFill>
                <a:latin typeface="Calibri"/>
              </a:defRPr>
            </a:pPr>
            <a:r>
              <a:t>Eliminated posting cache (not needed with write-only append)</a:t>
            </a:r>
          </a:p>
          <a:p>
            <a:pPr lvl="1">
              <a:spcAft>
                <a:spcPts val="1080"/>
              </a:spcAft>
              <a:defRPr sz="2000">
                <a:solidFill>
                  <a:srgbClr val="BBBBBB"/>
                </a:solidFill>
                <a:latin typeface="Calibri"/>
              </a:defRPr>
            </a:pPr>
            <a:r>
              <a:t>Increased thread pool (48) and TiKV gRPC stub pool (48)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Format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Leveraging TiKV's sorted key-value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solidFill>
            <a:srgbClr val="282838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4EC9B0"/>
                </a:solidFill>
                <a:latin typeface="Consolas"/>
              </a:defRPr>
            </a:pPr>
            <a:r>
              <a:t>Key Format:  [prefix]_[headID 4B]\x00[timestamp 8B]</a:t>
            </a:r>
          </a:p>
          <a:p>
            <a:pPr>
              <a:spcAft>
                <a:spcPts val="200"/>
              </a:spcAft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4EC9B0"/>
                </a:solidFill>
                <a:latin typeface="Consolas"/>
              </a:defRPr>
            </a:pPr>
            <a:r>
              <a:t>Base chunk:   spfresh_sift1b_\x00\x00\x03\xE8\x00    (headID=1000, no timestamp)</a:t>
            </a:r>
          </a:p>
          <a:p>
            <a:pPr>
              <a:spcAft>
                <a:spcPts val="200"/>
              </a:spcAft>
              <a:defRPr sz="1600">
                <a:solidFill>
                  <a:srgbClr val="4EC9B0"/>
                </a:solidFill>
                <a:latin typeface="Consolas"/>
              </a:defRPr>
            </a:pPr>
            <a:r>
              <a:t>Append chunk: spfresh_sift1b_\x00\x00\x03\xE8\x00\x17...  (headID=1000, ns timestamp)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\x00 separator ensures base chunk sorts first (lowest key)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Nanosecond timestamp guarantees unique, ordered chunks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ScanPosting: prefix scan [headID\x00, headID\x01) collects all chunks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DeletePosting: single DeleteRange RPC removes all chunks for a head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PutBaseChunk: overwrites the base key (no timestamp suffix)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Operation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9601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657600"/>
                <a:gridCol w="13716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(Single-Key)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(Multi-Chunk)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TiKV RPCs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Append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 + Put (read-modify-write)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PutChunk (write-only)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 → 1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Get(key)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ScanPosting (prefix scan)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→ 1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Get + Delete + 2×Put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ScanPosting + DeleteRange + 2×PutBase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→ 4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Delete(key)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DeleteRange(prefix)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→ 1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MultiGet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MultiGet(keys)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MultiScanPostings (parallel scans)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→ N (async)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B0"/>
                </a:solidFill>
                <a:latin typeface="Calibri"/>
              </a:defRPr>
            </a:pPr>
            <a:r>
              <a:t>Key win: Append goes from 2 RPCs (Get+Put) to 1 RPC (PutChunk). This is the hot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Innovation #2: The Reassign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Discovered via custom statistics counters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>
                <a:solidFill>
                  <a:srgbClr val="589CF5"/>
                </a:solidFill>
                <a:latin typeface="Calibri"/>
              </a:defRPr>
            </a:pPr>
            <a:r>
              <a:t>What is Reassign?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After a posting is split into two new heads, vectors in nearby postings may now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be closer to the new heads. Reassign moves them to improve search quality.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000">
                <a:solidFill>
                  <a:srgbClr val="F47174"/>
                </a:solidFill>
                <a:latin typeface="Calibri"/>
              </a:defRPr>
            </a:pPr>
            <a:r>
              <a:t>The hidden bottleneck (observed from runtime stats):</a:t>
            </a:r>
          </a:p>
          <a:p>
            <a:pPr lvl="1">
              <a:spcAft>
                <a:spcPts val="1080"/>
              </a:spcAft>
              <a:defRPr sz="1800">
                <a:solidFill>
                  <a:srgbClr val="E5C07B"/>
                </a:solidFill>
                <a:latin typeface="Calibri"/>
              </a:defRPr>
            </a:pPr>
            <a:r>
              <a:t>pending_queue: 2,241,000    split_inflight: 123,726    running: 16</a:t>
            </a:r>
          </a:p>
          <a:p>
            <a:pPr lvl="1">
              <a:spcAft>
                <a:spcPts val="1080"/>
              </a:spcAft>
              <a:defRPr sz="1800">
                <a:solidFill>
                  <a:srgbClr val="F47174"/>
                </a:solidFill>
                <a:latin typeface="Calibri"/>
              </a:defRPr>
            </a:pPr>
            <a:r>
              <a:t>→ 2.1M items in queue were Reassign jobs, NOT Splits!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Why so many?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Each Split triggers CollectReAssign with ReassignK=64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→ MultiGet 64 nearby heads, scan all their vectors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→ Hundreds of ReassignAsync jobs per Split, each requiring:</a:t>
            </a:r>
          </a:p>
          <a:p>
            <a:pPr lvl="2">
              <a:spcAft>
                <a:spcPts val="1080"/>
              </a:spcAft>
              <a:defRPr sz="1800">
                <a:solidFill>
                  <a:srgbClr val="E5C07B"/>
                </a:solidFill>
                <a:latin typeface="Calibri"/>
              </a:defRPr>
            </a:pPr>
            <a:r>
              <a:t>    1× RNGSelection (head index search) + 1× Append (TiKV RPC)</a:t>
            </a:r>
          </a:p>
          <a:p>
            <a:pPr lvl="1">
              <a:spcAft>
                <a:spcPts val="1080"/>
              </a:spcAft>
              <a:defRPr sz="1800">
                <a:solidFill>
                  <a:srgbClr val="F47174"/>
                </a:solidFill>
                <a:latin typeface="Calibri"/>
              </a:defRPr>
            </a:pPr>
            <a:r>
              <a:t>16 threads processing millions of jobs = hours of queue drain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Batch Reassign: Design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7174"/>
                </a:solidFill>
                <a:latin typeface="Calibri"/>
              </a:defRPr>
            </a:pPr>
            <a:r>
              <a:t>Before: Per-Vector Async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5303520" cy="2926080"/>
          </a:xfrm>
          <a:prstGeom prst="rect">
            <a:avLst/>
          </a:prstGeom>
          <a:solidFill>
            <a:srgbClr val="282838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Split() completes → CollectReAssign()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for each vector needing reassign: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ReassignAsync(vector, headPrev)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  // Creates ReassignAsyncJob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  // Enqueues to splitThreadPool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Each ReassignAsyncJob::exec():  // in pool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RNGSelection(vector) → targetHead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IncVersion(VID)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Append(targetHead, 1 vector) → PutChunk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600">
                <a:solidFill>
                  <a:srgbClr val="F47174"/>
                </a:solidFill>
                <a:latin typeface="Calibri"/>
              </a:defRPr>
            </a:pPr>
            <a:r>
              <a:t>N vectors → N jobs → N×RNGSelection + N×PutChunk RPCs</a:t>
            </a:r>
          </a:p>
          <a:p>
            <a:pPr>
              <a:spcAft>
                <a:spcPts val="1080"/>
              </a:spcAft>
              <a:defRPr sz="1600">
                <a:solidFill>
                  <a:srgbClr val="F47174"/>
                </a:solidFill>
                <a:latin typeface="Calibri"/>
              </a:defRPr>
            </a:pPr>
            <a:r>
              <a:t>Jobs compete with Split/Merge for thread pool slots</a:t>
            </a:r>
          </a:p>
          <a:p>
            <a:pPr>
              <a:spcAft>
                <a:spcPts val="1080"/>
              </a:spcAft>
              <a:defRPr sz="1600">
                <a:solidFill>
                  <a:srgbClr val="F47174"/>
                </a:solidFill>
                <a:latin typeface="Calibri"/>
              </a:defRPr>
            </a:pPr>
            <a:r>
              <a:t>Queue drains slowly: each job does network 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After: Inline Batch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5303520" cy="2926080"/>
          </a:xfrm>
          <a:prstGeom prst="rect">
            <a:avLst/>
          </a:prstGeom>
          <a:solidFill>
            <a:srgbClr val="282838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Split() completes → CollectReAssign()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map&lt;targetHead, string&gt; batch;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for each vector needing reassign: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RNGSelection(vector) → targetHead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IncVersion(VID)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batch[targetHead] += vectorInfo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// Batch write phase: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for (targetHead, mergedData) in batch: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Append(targetHead, count, merged)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    // Single PutChunk per target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3035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600">
                <a:solidFill>
                  <a:srgbClr val="4EC9B0"/>
                </a:solidFill>
                <a:latin typeface="Calibri"/>
              </a:defRPr>
            </a:pPr>
            <a:r>
              <a:t>N vectors → ~K unique heads → K×PutChunk RPCs</a:t>
            </a:r>
          </a:p>
          <a:p>
            <a:pPr>
              <a:spcAft>
                <a:spcPts val="1080"/>
              </a:spcAft>
              <a:defRPr sz="1600">
                <a:solidFill>
                  <a:srgbClr val="4EC9B0"/>
                </a:solidFill>
                <a:latin typeface="Calibri"/>
              </a:defRPr>
            </a:pPr>
            <a:r>
              <a:t>No thread pool contention: runs inline in Split thread</a:t>
            </a:r>
          </a:p>
          <a:p>
            <a:pPr>
              <a:spcAft>
                <a:spcPts val="1080"/>
              </a:spcAft>
              <a:defRPr sz="1600">
                <a:solidFill>
                  <a:srgbClr val="4EC9B0"/>
                </a:solidFill>
                <a:latin typeface="Calibri"/>
              </a:defRPr>
            </a:pPr>
            <a:r>
              <a:t>Zero queue growth: Split returns fully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Batch Reassign: Quantitative Impact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645920"/>
          <a:ext cx="10789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1148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(Per-Vector Async)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(Inline Batch)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Jobs per Split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~100-500 ReassignAsync jobs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(inline)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TiKV RPCs per Split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N×PutChunk (one per vector)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K×PutChunk (K = unique targets, K &lt;&lt; N)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Thread pool pressure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Reassign jobs flood queue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queue impact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Queue at Batch 2 (observed)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2,241,000 pending items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~0 Reassign items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Effective parallelism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 threads (pool limit)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48 threads (no queue bottleneck)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RNGSelection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Async, waits in queue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Synchronous, immediate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Batch 2 throughput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~120 vec/s (queue-limited)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~355 vec/s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486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Key insight: RNGSelection is pure in-memory head index search (~microseconds).</a:t>
            </a:r>
          </a:p>
          <a:p>
            <a:pPr>
              <a:spcAft>
                <a:spcPts val="1080"/>
              </a:spcAft>
              <a:defRPr sz="1800">
                <a:solidFill>
                  <a:srgbClr val="4EC9B0"/>
                </a:solidFill>
                <a:latin typeface="Calibri"/>
              </a:defRPr>
            </a:pPr>
            <a:r>
              <a:t>The bottleneck was never the computation — it was the queuing and per-vector I/O.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Engineering Detail: Deadlock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Discovered and fixed during batch reassign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solidFill>
            <a:srgbClr val="282838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Potential recursive deadlock chain: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Split(headA) → CollectReAssign() → batch Append(headB, threshold=3)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→ Append detects overflow → synchronous Split(headB)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→ CollectReAssign() → batch Append(headC) → ...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Same thread tries to re-acquire m_rwLocks → DEADLOCK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F47174"/>
                </a:solidFill>
                <a:latin typeface="Calibri"/>
              </a:defRPr>
            </a:pPr>
            <a:r>
              <a:t>Problem: Batch Append with reassignThreshold &gt; 0 triggers synchronous Split on overflow</a:t>
            </a:r>
          </a:p>
          <a:p>
            <a:pPr lvl="1">
              <a:spcAft>
                <a:spcPts val="1080"/>
              </a:spcAft>
              <a:defRPr sz="1600">
                <a:solidFill>
                  <a:srgbClr val="F47174"/>
                </a:solidFill>
                <a:latin typeface="Calibri"/>
              </a:defRPr>
            </a:pPr>
            <a:r>
              <a:t>→ Recursive call chain: Split → Reassign → Append → Split → ...</a:t>
            </a:r>
          </a:p>
          <a:p>
            <a:pPr lvl="1">
              <a:spcAft>
                <a:spcPts val="1080"/>
              </a:spcAft>
              <a:defRPr sz="1600">
                <a:solidFill>
                  <a:srgbClr val="F47174"/>
                </a:solidFill>
                <a:latin typeface="Calibri"/>
              </a:defRPr>
            </a:pPr>
            <a:r>
              <a:t>→ Same thread re-enters m_rwLocks mutex → 'Resource deadlock avoided' crash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4EC9B0"/>
                </a:solidFill>
                <a:latin typeface="Calibri"/>
              </a:defRPr>
            </a:pPr>
            <a:r>
              <a:t>Solution: Batch Append uses reassignThreshold=0</a:t>
            </a:r>
          </a:p>
          <a:p>
            <a:pPr lvl="1">
              <a:spcAft>
                <a:spcPts val="1080"/>
              </a:spcAft>
              <a:defRPr sz="1600">
                <a:solidFill>
                  <a:srgbClr val="4EC9B0"/>
                </a:solidFill>
                <a:latin typeface="Calibri"/>
              </a:defRPr>
            </a:pPr>
            <a:r>
              <a:t>→ On overflow, triggers SplitAsync (enqueues to thread pool) instead of sync Split</a:t>
            </a:r>
          </a:p>
          <a:p>
            <a:pPr lvl="1">
              <a:spcAft>
                <a:spcPts val="1080"/>
              </a:spcAft>
              <a:defRPr sz="1600">
                <a:solidFill>
                  <a:srgbClr val="4EC9B0"/>
                </a:solidFill>
                <a:latin typeface="Calibri"/>
              </a:defRPr>
            </a:pPr>
            <a:r>
              <a:t>→ Breaks the recursive chain while maintaining correctness</a:t>
            </a:r>
          </a:p>
          <a:p>
            <a:pPr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BBBBBB"/>
                </a:solidFill>
                <a:latin typeface="Calibri"/>
              </a:defRPr>
            </a:pPr>
            <a:r>
              <a:t>Original ReassignAsync design avoided this because each Reassign ran in a</a:t>
            </a:r>
          </a:p>
          <a:p>
            <a:pPr lvl="1">
              <a:spcAft>
                <a:spcPts val="1080"/>
              </a:spcAft>
              <a:defRPr sz="1600">
                <a:solidFill>
                  <a:srgbClr val="BBBBBB"/>
                </a:solidFill>
                <a:latin typeface="Calibri"/>
              </a:defRPr>
            </a:pPr>
            <a:r>
              <a:t>separate thread pool job — the recursion was broken by the async boundary.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 Results: Insert 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SIFT1B, UInt8, dim=128, 1M vectors per batch, TiKV v9.0.0-beta.2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9966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828800"/>
                <a:gridCol w="2011680"/>
                <a:gridCol w="2286000"/>
                <a:gridCol w="109728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(s)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MultiChunk (s)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(vec/s)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MultiChunk (vec/s)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3,253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2,702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307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1.2x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6,952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2,821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355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2.5x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8,143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3,050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328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2.7x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8,769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3,204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2.7x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9,146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3,335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2.7x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9,432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3,415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293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2.8x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9,577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3,518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284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2.7x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9,756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3,598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278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2.7x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9,761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3,651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2.7x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9,925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3,671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2.7x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Search Quality: Maintained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Search latency and QPS remain comparable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97840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560320"/>
                <a:gridCol w="1828800"/>
                <a:gridCol w="201168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Latency (ms)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MultiChunk Latency (ms)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QPS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MultiChunk QPS</a:t>
                      </a:r>
                    </a:p>
                  </a:txBody>
                  <a:tcPr>
                    <a:solidFill>
                      <a:srgbClr val="35355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11.58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10.38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342.9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382.9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12.22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11.34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324.9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350.4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12.40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11.25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320.1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353.0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12.48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12.26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318.9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324.4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13.02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12.33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305.6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322.1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13.11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13.33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303.5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298.8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13.40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13.33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296.7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298.2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13.83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13.75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287.6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289.1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13.87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14.20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287.2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280.1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14.44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14.49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275.8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274.8</a:t>
                      </a:r>
                    </a:p>
                  </a:txBody>
                  <a:tcPr>
                    <a:solidFill>
                      <a:srgbClr val="2222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EC9B0"/>
                </a:solidFill>
                <a:latin typeface="Calibri"/>
              </a:defRPr>
            </a:pPr>
            <a:r>
              <a:t>Search latency is comparable or slightly better in early batches. No quality regression.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400">
                <a:solidFill>
                  <a:srgbClr val="4EC9B0"/>
                </a:solidFill>
                <a:latin typeface="Calibri"/>
              </a:defRPr>
            </a:pPr>
            <a:r>
              <a:t>Two complementary innovations deliver 2.5-2.8x throughput improvement</a:t>
            </a:r>
          </a:p>
          <a:p>
            <a:pPr>
              <a:spcAft>
                <a:spcPts val="1080"/>
              </a:spcAft>
              <a:defRPr sz="2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400">
                <a:solidFill>
                  <a:srgbClr val="589CF5"/>
                </a:solidFill>
                <a:latin typeface="Calibri"/>
              </a:defRPr>
            </a:pPr>
            <a:r>
              <a:t>#1 Multi-Chunk Posting: write-only append eliminates read-modify-write</a:t>
            </a:r>
          </a:p>
          <a:p>
            <a:pPr lvl="1">
              <a:spcAft>
                <a:spcPts val="108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Reduces Append from 2 TiKV RPCs to 1 (the hot path)</a:t>
            </a:r>
          </a:p>
          <a:p>
            <a:pPr>
              <a:spcAft>
                <a:spcPts val="1080"/>
              </a:spcAft>
              <a:defRPr sz="2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400">
                <a:solidFill>
                  <a:srgbClr val="589CF5"/>
                </a:solidFill>
                <a:latin typeface="Calibri"/>
              </a:defRPr>
            </a:pPr>
            <a:r>
              <a:t>#2 Batch Reassign: inline processing eliminates queue explosion</a:t>
            </a:r>
          </a:p>
          <a:p>
            <a:pPr lvl="1">
              <a:spcAft>
                <a:spcPts val="108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Reduces N async jobs to K batch writes (K &lt;&lt; N)</a:t>
            </a:r>
          </a:p>
          <a:p>
            <a:pPr lvl="1">
              <a:spcAft>
                <a:spcPts val="1080"/>
              </a:spcAft>
              <a:defRPr sz="2200">
                <a:solidFill>
                  <a:srgbClr val="F47174"/>
                </a:solidFill>
                <a:latin typeface="Calibri"/>
              </a:defRPr>
            </a:pPr>
            <a:r>
              <a:t>Prevents baseline degradation from 307 → 100 vec/s</a:t>
            </a:r>
          </a:p>
          <a:p>
            <a:pPr>
              <a:spcAft>
                <a:spcPts val="1080"/>
              </a:spcAft>
              <a:defRPr sz="2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Throughput stability: 270-370 vec/s maintained across 10 batches</a:t>
            </a:r>
          </a:p>
          <a:p>
            <a:pPr>
              <a:spcAft>
                <a:spcPts val="108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Search quality preserved: latency and QPS comparable to baseline</a:t>
            </a:r>
          </a:p>
          <a:p>
            <a:pPr>
              <a:spcAft>
                <a:spcPts val="1080"/>
              </a:spcAft>
              <a:defRPr sz="2400">
                <a:solidFill>
                  <a:srgbClr val="BBBBBB"/>
                </a:solidFill>
                <a:latin typeface="Calibri"/>
              </a:defRPr>
            </a:pPr>
            <a:r>
              <a:t>Design is generic: applicable to any KV store with prefix scan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Configuration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Hardware: 48-core CPU, 378GB RAM, NVMe striped storage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TiKV: v9.0.0-beta.2 nightly, 3 TiKV + 3 PD nodes (Docker)</a:t>
            </a:r>
          </a:p>
          <a:p>
            <a:pPr lvl="1">
              <a:spcAft>
                <a:spcPts val="1080"/>
              </a:spcAft>
              <a:defRPr sz="1800">
                <a:solidFill>
                  <a:srgbClr val="BBBBBB"/>
                </a:solidFill>
                <a:latin typeface="Calibri"/>
              </a:defRPr>
            </a:pPr>
            <a:r>
              <a:t>    grpc-concurrency=16, block-cache=60GB, region-max-size=512MB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000">
                <a:solidFill>
                  <a:srgbClr val="589CF5"/>
                </a:solidFill>
                <a:latin typeface="Calibri"/>
              </a:defRPr>
            </a:pPr>
            <a:r>
              <a:t>SPTAG Config: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NumInsertThreads=16, AppendThreadNum=48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kStubPoolSize=48 (TiKV gRPC connection pool)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UseMultiChunkPosting=true</a:t>
            </a:r>
          </a:p>
          <a:p>
            <a:pPr lvl="1">
              <a:spcAft>
                <a:spcPts val="108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ReassignK=64 (from indexloader.ini defaults)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Dataset: SIFT1B (UInt8, dim=128, 1B vectors), L2 distance</a:t>
            </a:r>
          </a:p>
          <a:p>
            <a:pPr>
              <a:spcAft>
                <a:spcPts val="108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Benchmark: 999 batches × 1M vectors, 200 queries per batch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